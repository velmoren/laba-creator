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3036" y="-12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E0B1-FE49-497E-B1FB-4B86B00FAEEF}" type="datetimeFigureOut">
              <a:rPr lang="ru-RU" smtClean="0"/>
              <a:pPr/>
              <a:t>12.04.2026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92012-F49B-4D8C-9775-4370D4653A83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E0B1-FE49-497E-B1FB-4B86B00FAEEF}" type="datetimeFigureOut">
              <a:rPr lang="ru-RU" smtClean="0"/>
              <a:pPr/>
              <a:t>12.04.2026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92012-F49B-4D8C-9775-4370D4653A83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E0B1-FE49-497E-B1FB-4B86B00FAEEF}" type="datetimeFigureOut">
              <a:rPr lang="ru-RU" smtClean="0"/>
              <a:pPr/>
              <a:t>12.04.2026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92012-F49B-4D8C-9775-4370D4653A83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E0B1-FE49-497E-B1FB-4B86B00FAEEF}" type="datetimeFigureOut">
              <a:rPr lang="ru-RU" smtClean="0"/>
              <a:pPr/>
              <a:t>12.04.2026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92012-F49B-4D8C-9775-4370D4653A83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E0B1-FE49-497E-B1FB-4B86B00FAEEF}" type="datetimeFigureOut">
              <a:rPr lang="ru-RU" smtClean="0"/>
              <a:pPr/>
              <a:t>12.04.2026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92012-F49B-4D8C-9775-4370D4653A83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E0B1-FE49-497E-B1FB-4B86B00FAEEF}" type="datetimeFigureOut">
              <a:rPr lang="ru-RU" smtClean="0"/>
              <a:pPr/>
              <a:t>12.04.2026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92012-F49B-4D8C-9775-4370D4653A83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E0B1-FE49-497E-B1FB-4B86B00FAEEF}" type="datetimeFigureOut">
              <a:rPr lang="ru-RU" smtClean="0"/>
              <a:pPr/>
              <a:t>12.04.2026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92012-F49B-4D8C-9775-4370D4653A83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E0B1-FE49-497E-B1FB-4B86B00FAEEF}" type="datetimeFigureOut">
              <a:rPr lang="ru-RU" smtClean="0"/>
              <a:pPr/>
              <a:t>12.04.2026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92012-F49B-4D8C-9775-4370D4653A83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E0B1-FE49-497E-B1FB-4B86B00FAEEF}" type="datetimeFigureOut">
              <a:rPr lang="ru-RU" smtClean="0"/>
              <a:pPr/>
              <a:t>12.04.2026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92012-F49B-4D8C-9775-4370D4653A83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E0B1-FE49-497E-B1FB-4B86B00FAEEF}" type="datetimeFigureOut">
              <a:rPr lang="ru-RU" smtClean="0"/>
              <a:pPr/>
              <a:t>12.04.2026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92012-F49B-4D8C-9775-4370D4653A83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E0B1-FE49-497E-B1FB-4B86B00FAEEF}" type="datetimeFigureOut">
              <a:rPr lang="ru-RU" smtClean="0"/>
              <a:pPr/>
              <a:t>12.04.2026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92012-F49B-4D8C-9775-4370D4653A83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9E0B1-FE49-497E-B1FB-4B86B00FAEEF}" type="datetimeFigureOut">
              <a:rPr lang="ru-RU" smtClean="0"/>
              <a:pPr/>
              <a:t>12.04.2026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92012-F49B-4D8C-9775-4370D4653A83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1124744"/>
            <a:ext cx="7772400" cy="1470025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002060"/>
                </a:solidFill>
              </a:rPr>
              <a:t>ТЕОРИЯ </a:t>
            </a:r>
            <a:r>
              <a:rPr lang="ru-RU" dirty="0" smtClean="0">
                <a:solidFill>
                  <a:srgbClr val="002060"/>
                </a:solidFill>
              </a:rPr>
              <a:t>АВТОМАТИЧЕСКОГО УПРАВЛЕНИЯ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>
                <a:solidFill>
                  <a:srgbClr val="FFC000"/>
                </a:solidFill>
              </a:rPr>
              <a:t>Практическое занятие </a:t>
            </a:r>
            <a:r>
              <a:rPr lang="ru-RU" dirty="0" smtClean="0">
                <a:solidFill>
                  <a:srgbClr val="FFC000"/>
                </a:solidFill>
              </a:rPr>
              <a:t>2</a:t>
            </a:r>
            <a:endParaRPr lang="ru-RU" dirty="0" smtClean="0">
              <a:solidFill>
                <a:srgbClr val="FFC000"/>
              </a:solidFill>
            </a:endParaRPr>
          </a:p>
          <a:p>
            <a:r>
              <a:rPr lang="ru-RU" dirty="0" smtClean="0">
                <a:solidFill>
                  <a:srgbClr val="FFC000"/>
                </a:solidFill>
              </a:rPr>
              <a:t>13-04-2026</a:t>
            </a:r>
            <a:endParaRPr lang="ru-RU" dirty="0" smtClean="0">
              <a:solidFill>
                <a:srgbClr val="FFC000"/>
              </a:solidFill>
            </a:endParaRPr>
          </a:p>
          <a:p>
            <a:pPr algn="l"/>
            <a:r>
              <a:rPr lang="ru-RU" dirty="0" smtClean="0"/>
              <a:t>Васильева Татьяна </a:t>
            </a:r>
            <a:r>
              <a:rPr lang="ru-RU" dirty="0"/>
              <a:t>Ю</a:t>
            </a:r>
            <a:r>
              <a:rPr lang="ru-RU" dirty="0" smtClean="0"/>
              <a:t>рьевна</a:t>
            </a:r>
          </a:p>
          <a:p>
            <a:pPr algn="l"/>
            <a:r>
              <a:rPr lang="ru-RU" dirty="0" smtClean="0"/>
              <a:t>Доцент кафедры ИСУиА , к.т.н.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1772816"/>
            <a:ext cx="82089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Задание:  </a:t>
            </a:r>
          </a:p>
          <a:p>
            <a:r>
              <a:rPr lang="ru-RU" sz="3200" dirty="0" smtClean="0"/>
              <a:t>изучить примеры решения задач</a:t>
            </a:r>
          </a:p>
          <a:p>
            <a:r>
              <a:rPr lang="ru-RU" sz="3200" dirty="0" smtClean="0"/>
              <a:t>  и решить задачи после  представленных </a:t>
            </a:r>
          </a:p>
          <a:p>
            <a:r>
              <a:rPr lang="ru-RU" sz="3200" dirty="0" smtClean="0"/>
              <a:t>примеров, отчет направить в ЛМС для проверки</a:t>
            </a:r>
            <a:endParaRPr lang="ru-RU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31494" t="19900" r="33463" b="26200"/>
          <a:stretch>
            <a:fillRect/>
          </a:stretch>
        </p:blipFill>
        <p:spPr bwMode="auto">
          <a:xfrm>
            <a:off x="1187624" y="332656"/>
            <a:ext cx="7074552" cy="6120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33856" t="20600" r="35038" b="2401"/>
          <a:stretch>
            <a:fillRect/>
          </a:stretch>
        </p:blipFill>
        <p:spPr bwMode="auto">
          <a:xfrm>
            <a:off x="1619672" y="404664"/>
            <a:ext cx="6264696" cy="619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33463" t="16667" r="35431" b="57700"/>
          <a:stretch>
            <a:fillRect/>
          </a:stretch>
        </p:blipFill>
        <p:spPr bwMode="auto">
          <a:xfrm>
            <a:off x="1475656" y="980728"/>
            <a:ext cx="7301142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 l="34250" t="86399" r="35038" b="3801"/>
          <a:stretch>
            <a:fillRect/>
          </a:stretch>
        </p:blipFill>
        <p:spPr bwMode="auto">
          <a:xfrm>
            <a:off x="1187624" y="404664"/>
            <a:ext cx="7200800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l="33463" t="19900" r="35038" b="10101"/>
          <a:stretch>
            <a:fillRect/>
          </a:stretch>
        </p:blipFill>
        <p:spPr bwMode="auto">
          <a:xfrm>
            <a:off x="1115616" y="1124744"/>
            <a:ext cx="7416824" cy="5580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33856" t="15000" r="34250" b="55600"/>
          <a:stretch>
            <a:fillRect/>
          </a:stretch>
        </p:blipFill>
        <p:spPr bwMode="auto">
          <a:xfrm>
            <a:off x="539552" y="692696"/>
            <a:ext cx="8332354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5576" y="1772816"/>
            <a:ext cx="7466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/>
              <a:t>Задачи требующие самостоятельного решения</a:t>
            </a:r>
            <a:endParaRPr lang="ru-RU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 l="34250" t="42300" r="35038" b="13601"/>
          <a:stretch>
            <a:fillRect/>
          </a:stretch>
        </p:blipFill>
        <p:spPr bwMode="auto">
          <a:xfrm>
            <a:off x="683568" y="548680"/>
            <a:ext cx="8157478" cy="5832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 l="33856" t="45100" r="34644" b="31100"/>
          <a:stretch>
            <a:fillRect/>
          </a:stretch>
        </p:blipFill>
        <p:spPr bwMode="auto">
          <a:xfrm>
            <a:off x="1043608" y="620688"/>
            <a:ext cx="7963238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40</Words>
  <Application>Microsoft Office PowerPoint</Application>
  <PresentationFormat>Экран (4:3)</PresentationFormat>
  <Paragraphs>10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ТЕОРИЯ АВТОМАТИЧЕСКОГО УПРАВЛЕНИЯ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XXX</dc:creator>
  <cp:lastModifiedBy>XXX</cp:lastModifiedBy>
  <cp:revision>7</cp:revision>
  <dcterms:created xsi:type="dcterms:W3CDTF">2026-03-15T21:03:56Z</dcterms:created>
  <dcterms:modified xsi:type="dcterms:W3CDTF">2026-04-12T14:32:18Z</dcterms:modified>
</cp:coreProperties>
</file>