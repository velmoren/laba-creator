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398" y="-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1B328-DA75-4400-A040-4A956D2B5B92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D2165-E7E5-4183-A134-F8D6C7C134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1B328-DA75-4400-A040-4A956D2B5B92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D2165-E7E5-4183-A134-F8D6C7C134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1B328-DA75-4400-A040-4A956D2B5B92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D2165-E7E5-4183-A134-F8D6C7C134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1B328-DA75-4400-A040-4A956D2B5B92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D2165-E7E5-4183-A134-F8D6C7C134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1B328-DA75-4400-A040-4A956D2B5B92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D2165-E7E5-4183-A134-F8D6C7C134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1B328-DA75-4400-A040-4A956D2B5B92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D2165-E7E5-4183-A134-F8D6C7C134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1B328-DA75-4400-A040-4A956D2B5B92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D2165-E7E5-4183-A134-F8D6C7C134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1B328-DA75-4400-A040-4A956D2B5B92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D2165-E7E5-4183-A134-F8D6C7C134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1B328-DA75-4400-A040-4A956D2B5B92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D2165-E7E5-4183-A134-F8D6C7C134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1B328-DA75-4400-A040-4A956D2B5B92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D2165-E7E5-4183-A134-F8D6C7C134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1B328-DA75-4400-A040-4A956D2B5B92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D2165-E7E5-4183-A134-F8D6C7C134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1B328-DA75-4400-A040-4A956D2B5B92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D2165-E7E5-4183-A134-F8D6C7C134C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Теория автоматического управления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ru-RU" dirty="0" smtClean="0"/>
          </a:p>
          <a:p>
            <a:r>
              <a:rPr lang="ru-RU" dirty="0" smtClean="0"/>
              <a:t>Практическое </a:t>
            </a:r>
            <a:r>
              <a:rPr lang="ru-RU" dirty="0" smtClean="0"/>
              <a:t>занятие 1</a:t>
            </a:r>
            <a:endParaRPr lang="ru-RU" dirty="0" smtClean="0"/>
          </a:p>
          <a:p>
            <a:pPr algn="l"/>
            <a:r>
              <a:rPr lang="ru-RU" dirty="0" smtClean="0">
                <a:solidFill>
                  <a:srgbClr val="0070C0"/>
                </a:solidFill>
              </a:rPr>
              <a:t>Доцент кафедры ИСУиА, к.т.н.</a:t>
            </a:r>
          </a:p>
          <a:p>
            <a:pPr algn="l"/>
            <a:r>
              <a:rPr lang="ru-RU" dirty="0" smtClean="0">
                <a:solidFill>
                  <a:srgbClr val="0070C0"/>
                </a:solidFill>
              </a:rPr>
              <a:t>Васильева Татьяна Юрьевна</a:t>
            </a:r>
            <a:endParaRPr lang="ru-RU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Практическое 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smtClean="0">
                <a:solidFill>
                  <a:srgbClr val="FF0000"/>
                </a:solidFill>
              </a:rPr>
              <a:t>занятие</a:t>
            </a:r>
            <a:br>
              <a:rPr lang="ru-RU" dirty="0" smtClean="0">
                <a:solidFill>
                  <a:srgbClr val="FF0000"/>
                </a:solidFill>
              </a:rPr>
            </a:br>
            <a:r>
              <a:rPr lang="ru-RU" dirty="0" smtClean="0">
                <a:solidFill>
                  <a:srgbClr val="FF0000"/>
                </a:solidFill>
              </a:rPr>
              <a:t>03-03-2026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 algn="ctr">
              <a:buNone/>
            </a:pPr>
            <a:r>
              <a:rPr lang="ru-RU" dirty="0" smtClean="0"/>
              <a:t>Изучение примеров решения задач.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33069" t="26900" r="33463" b="51134"/>
          <a:stretch>
            <a:fillRect/>
          </a:stretch>
        </p:blipFill>
        <p:spPr bwMode="auto">
          <a:xfrm>
            <a:off x="1259632" y="377280"/>
            <a:ext cx="7486020" cy="276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 l="33069" t="69866" r="33463" b="10101"/>
          <a:stretch>
            <a:fillRect/>
          </a:stretch>
        </p:blipFill>
        <p:spPr bwMode="auto">
          <a:xfrm>
            <a:off x="1259632" y="2996952"/>
            <a:ext cx="7485184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32675" t="36000" r="33069" b="11501"/>
          <a:stretch>
            <a:fillRect/>
          </a:stretch>
        </p:blipFill>
        <p:spPr bwMode="auto">
          <a:xfrm>
            <a:off x="1259632" y="548680"/>
            <a:ext cx="6264696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32281" t="19200" r="33857" b="44400"/>
          <a:stretch>
            <a:fillRect/>
          </a:stretch>
        </p:blipFill>
        <p:spPr bwMode="auto">
          <a:xfrm>
            <a:off x="165664" y="764704"/>
            <a:ext cx="8931762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32675" t="16667" r="34250" b="65399"/>
          <a:stretch>
            <a:fillRect/>
          </a:stretch>
        </p:blipFill>
        <p:spPr bwMode="auto">
          <a:xfrm>
            <a:off x="1403648" y="404664"/>
            <a:ext cx="6048672" cy="1844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 l="32675" t="59800" r="33463" b="15700"/>
          <a:stretch>
            <a:fillRect/>
          </a:stretch>
        </p:blipFill>
        <p:spPr bwMode="auto">
          <a:xfrm>
            <a:off x="1547664" y="2708920"/>
            <a:ext cx="6192688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33075" t="28000" r="33457" b="20901"/>
          <a:stretch>
            <a:fillRect/>
          </a:stretch>
        </p:blipFill>
        <p:spPr bwMode="auto">
          <a:xfrm>
            <a:off x="899592" y="259801"/>
            <a:ext cx="7344816" cy="6307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l="32675" t="18500" r="33463" b="2401"/>
          <a:stretch>
            <a:fillRect/>
          </a:stretch>
        </p:blipFill>
        <p:spPr bwMode="auto">
          <a:xfrm>
            <a:off x="1403648" y="188641"/>
            <a:ext cx="6912768" cy="6408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l="34644" t="47200" r="34644" b="23400"/>
          <a:stretch>
            <a:fillRect/>
          </a:stretch>
        </p:blipFill>
        <p:spPr bwMode="auto">
          <a:xfrm>
            <a:off x="179513" y="836712"/>
            <a:ext cx="8795262" cy="473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l="33069" t="23400" r="34250" b="38801"/>
          <a:stretch>
            <a:fillRect/>
          </a:stretch>
        </p:blipFill>
        <p:spPr bwMode="auto">
          <a:xfrm>
            <a:off x="1043608" y="188640"/>
            <a:ext cx="6984776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 l="33069" t="80799" r="33856" b="8701"/>
          <a:stretch>
            <a:fillRect/>
          </a:stretch>
        </p:blipFill>
        <p:spPr bwMode="auto">
          <a:xfrm>
            <a:off x="1043608" y="4365104"/>
            <a:ext cx="6984776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 l="33856" t="26900" r="33857" b="45800"/>
          <a:stretch>
            <a:fillRect/>
          </a:stretch>
        </p:blipFill>
        <p:spPr bwMode="auto">
          <a:xfrm>
            <a:off x="1619672" y="1052736"/>
            <a:ext cx="6840760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 l="32675" t="54900" r="33069" b="8701"/>
          <a:stretch>
            <a:fillRect/>
          </a:stretch>
        </p:blipFill>
        <p:spPr bwMode="auto">
          <a:xfrm>
            <a:off x="755575" y="332656"/>
            <a:ext cx="8192295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 l="33069" t="26900" r="34250" b="45100"/>
          <a:stretch>
            <a:fillRect/>
          </a:stretch>
        </p:blipFill>
        <p:spPr bwMode="auto">
          <a:xfrm>
            <a:off x="0" y="1052736"/>
            <a:ext cx="9144000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980728"/>
            <a:ext cx="82809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Задание:  </a:t>
            </a:r>
          </a:p>
          <a:p>
            <a:r>
              <a:rPr lang="ru-RU" sz="3600" dirty="0" smtClean="0"/>
              <a:t>изучить примеры решения задач ,</a:t>
            </a:r>
          </a:p>
          <a:p>
            <a:r>
              <a:rPr lang="ru-RU" sz="3600" dirty="0" smtClean="0"/>
              <a:t> решить  последующие задачи , составить отчет </a:t>
            </a:r>
            <a:r>
              <a:rPr lang="ru-RU" sz="3600" dirty="0" smtClean="0"/>
              <a:t> по </a:t>
            </a:r>
            <a:r>
              <a:rPr lang="ru-RU" sz="3600" smtClean="0"/>
              <a:t>требованиям ГОСТ 7.32-2017 и </a:t>
            </a:r>
            <a:r>
              <a:rPr lang="ru-RU" sz="3600" dirty="0" smtClean="0"/>
              <a:t>направить в ЛМС для проверки.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 l="32281" t="53500" r="33463" b="37400"/>
          <a:stretch>
            <a:fillRect/>
          </a:stretch>
        </p:blipFill>
        <p:spPr bwMode="auto">
          <a:xfrm>
            <a:off x="993755" y="908720"/>
            <a:ext cx="7610693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 l="31888" t="36700" r="33463" b="36700"/>
          <a:stretch>
            <a:fillRect/>
          </a:stretch>
        </p:blipFill>
        <p:spPr bwMode="auto">
          <a:xfrm>
            <a:off x="899592" y="2060848"/>
            <a:ext cx="7704856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 l="32675" t="33200" r="34250" b="57700"/>
          <a:stretch>
            <a:fillRect/>
          </a:stretch>
        </p:blipFill>
        <p:spPr bwMode="auto">
          <a:xfrm>
            <a:off x="323528" y="332656"/>
            <a:ext cx="8375084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 l="31888" t="31100" r="33463" b="45800"/>
          <a:stretch>
            <a:fillRect/>
          </a:stretch>
        </p:blipFill>
        <p:spPr bwMode="auto">
          <a:xfrm>
            <a:off x="179513" y="2060848"/>
            <a:ext cx="8808978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 l="32675" t="45800" r="33463" b="40200"/>
          <a:stretch>
            <a:fillRect/>
          </a:stretch>
        </p:blipFill>
        <p:spPr bwMode="auto">
          <a:xfrm>
            <a:off x="323527" y="476672"/>
            <a:ext cx="8669763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 l="32281" t="29700" r="33857" b="19200"/>
          <a:stretch>
            <a:fillRect/>
          </a:stretch>
        </p:blipFill>
        <p:spPr bwMode="auto">
          <a:xfrm>
            <a:off x="467544" y="260647"/>
            <a:ext cx="7632848" cy="647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47</Words>
  <Application>Microsoft Office PowerPoint</Application>
  <PresentationFormat>Экран (4:3)</PresentationFormat>
  <Paragraphs>12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Тема Office</vt:lpstr>
      <vt:lpstr>Теория автоматического управления</vt:lpstr>
      <vt:lpstr>Практическое  занятие 03-03-2026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Линейные системы автоматического управления</dc:title>
  <dc:creator>XXX</dc:creator>
  <cp:lastModifiedBy>XXX</cp:lastModifiedBy>
  <cp:revision>6</cp:revision>
  <dcterms:created xsi:type="dcterms:W3CDTF">2025-12-22T17:01:43Z</dcterms:created>
  <dcterms:modified xsi:type="dcterms:W3CDTF">2026-03-02T20:40:17Z</dcterms:modified>
</cp:coreProperties>
</file>